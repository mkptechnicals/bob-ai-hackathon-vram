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Overpass"/>
      <p:regular r:id="rId201314"/>
    </p:embeddedFont>
    <p:embeddedFont>
      <p:font typeface="Overpas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40317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111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Bobathon Grid Optimiser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289002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Demand Spike Forecasting · Anomaly Detection · Operator Briefs with Bob AI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4151709"/>
            <a:ext cx="1129081" cy="303113"/>
          </a:xfrm>
          <a:prstGeom prst="roundRect">
            <a:avLst>
              <a:gd name="adj" fmla="val 22112"/>
            </a:avLst>
          </a:prstGeom>
          <a:solidFill>
            <a:srgbClr val="4C0124"/>
          </a:solidFill>
          <a:ln/>
        </p:spPr>
      </p:sp>
      <p:sp>
        <p:nvSpPr>
          <p:cNvPr id="6" name="Text 3"/>
          <p:cNvSpPr/>
          <p:nvPr/>
        </p:nvSpPr>
        <p:spPr>
          <a:xfrm>
            <a:off x="5389626" y="4211538"/>
            <a:ext cx="149935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TEAM VRAM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98765" y="4151709"/>
            <a:ext cx="1773590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F2037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8420" y="4211538"/>
            <a:ext cx="214386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15 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63662"/>
            <a:ext cx="6223638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100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The Problem: Grid Operators Are Flying Blind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98086" y="1872555"/>
            <a:ext cx="3029866" cy="1831181"/>
          </a:xfrm>
          <a:prstGeom prst="roundRect">
            <a:avLst>
              <a:gd name="adj" fmla="val 4146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5208" y="2059682"/>
            <a:ext cx="2655623" cy="531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Unpredictable Renewable Output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85208" y="2689721"/>
            <a:ext cx="2655623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Solar and wind variability creates gaps in supply that are hard to anticipate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891758" y="1872555"/>
            <a:ext cx="3029966" cy="1831181"/>
          </a:xfrm>
          <a:prstGeom prst="roundRect">
            <a:avLst>
              <a:gd name="adj" fmla="val 4146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78880" y="2059682"/>
            <a:ext cx="2655722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Sudden Demand Spikes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078880" y="2423815"/>
            <a:ext cx="2655722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Rapid load changes strain the grid before operators can respond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8086" y="3867547"/>
            <a:ext cx="6223638" cy="1289645"/>
          </a:xfrm>
          <a:prstGeom prst="roundRect">
            <a:avLst>
              <a:gd name="adj" fmla="val 5887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5208" y="4054673"/>
            <a:ext cx="5849394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Fragmented Signals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85208" y="4418806"/>
            <a:ext cx="5849394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Telemetry, forecasts, and alerts live in separate systems — no unified view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8086" y="5341441"/>
            <a:ext cx="6223638" cy="952798"/>
          </a:xfrm>
          <a:prstGeom prst="roundRect">
            <a:avLst>
              <a:gd name="adj" fmla="val 7969"/>
            </a:avLst>
          </a:prstGeom>
          <a:solidFill>
            <a:srgbClr val="4B3F0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58" y="5576292"/>
            <a:ext cx="225915" cy="18077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5545" y="5550396"/>
            <a:ext cx="5455406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Impact: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Increased curtailment, load-shedding risk, and costly manual triage.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2294"/>
            <a:ext cx="10795524" cy="48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92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The Solution: End-to-End Pipeline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331714"/>
            <a:ext cx="1079552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Raw grid telemetry flows through forecasting, anomaly detection, and optimization — then Bob AI generates a plain-language operator brief, all surfaced on a unified dashboard.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20" y="1968798"/>
            <a:ext cx="10449755" cy="39213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14221" y="4947124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Bob AI Brief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27860" y="4947124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Optimiser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352294" y="4804418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Anomaly Detection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376729" y="4947124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Forecast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57981" y="4947124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Telemetry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8086" y="6044009"/>
            <a:ext cx="11405108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Each stage builds on the last — from raw signal to operator-ready decision support.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8086" y="3760688"/>
            <a:ext cx="4724183" cy="252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pipeline is orchestrated through a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FastAPI backend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(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) that manages real-time telemetry via WebSocket, coordinates model inference, and persists trained models for low-latency serving.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1896" y="972641"/>
            <a:ext cx="5828063" cy="582820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6912967"/>
            <a:ext cx="3565237" cy="5336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1296" y="7025382"/>
            <a:ext cx="3289615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Reservoir Forecaster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61296" y="7201892"/>
            <a:ext cx="328961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Demand spike prediction from streaming telemetry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3130" y="6912967"/>
            <a:ext cx="3565337" cy="5336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76340" y="7025382"/>
            <a:ext cx="328971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IsolationForest Detector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4476340" y="7201892"/>
            <a:ext cx="328971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Unsupervised anomaly flagging on grid signals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8273" y="6912967"/>
            <a:ext cx="3565337" cy="5336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91484" y="7025382"/>
            <a:ext cx="328971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Bob AI Integration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8091484" y="7201892"/>
            <a:ext cx="3289714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bob_integration.py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briefs, fallbacks, diagnostics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2967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spc="-85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Live Demo: Dashboard Walkthrough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98086" y="1245989"/>
            <a:ext cx="610875" cy="916285"/>
          </a:xfrm>
          <a:prstGeom prst="roundRect">
            <a:avLst>
              <a:gd name="adj" fmla="val 50000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8978" y="1560909"/>
            <a:ext cx="228991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25837" y="1398687"/>
            <a:ext cx="1006777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42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Connect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25837" y="1693366"/>
            <a:ext cx="1006777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Link real-time telemetry feed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8086" y="2279154"/>
            <a:ext cx="610875" cy="916285"/>
          </a:xfrm>
          <a:prstGeom prst="roundRect">
            <a:avLst>
              <a:gd name="adj" fmla="val 50000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8978" y="2594074"/>
            <a:ext cx="228991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25837" y="2431852"/>
            <a:ext cx="1006777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42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Forecast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25837" y="2726531"/>
            <a:ext cx="1006777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View predicted demand curve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8086" y="3312319"/>
            <a:ext cx="610875" cy="916285"/>
          </a:xfrm>
          <a:prstGeom prst="roundRect">
            <a:avLst>
              <a:gd name="adj" fmla="val 50000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8978" y="3627239"/>
            <a:ext cx="228991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25837" y="3465016"/>
            <a:ext cx="1006777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42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Detect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25837" y="3759696"/>
            <a:ext cx="1006777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Anomalies flagged automatically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8086" y="4345484"/>
            <a:ext cx="610875" cy="916285"/>
          </a:xfrm>
          <a:prstGeom prst="roundRect">
            <a:avLst>
              <a:gd name="adj" fmla="val 50000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8978" y="4660404"/>
            <a:ext cx="228991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25837" y="4498181"/>
            <a:ext cx="1006777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42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5837" y="4792861"/>
            <a:ext cx="1006777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Optimizer suggests actions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8086" y="5378648"/>
            <a:ext cx="610875" cy="916285"/>
          </a:xfrm>
          <a:prstGeom prst="roundRect">
            <a:avLst>
              <a:gd name="adj" fmla="val 50000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8978" y="5693569"/>
            <a:ext cx="228991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25837" y="5531346"/>
            <a:ext cx="1006777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42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Bob Brief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25837" y="5826026"/>
            <a:ext cx="1006777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Plain-language operator summary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1061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100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Bob AI: Operator Briefs That Explain Themselves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512590"/>
            <a:ext cx="5177303" cy="29337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2656" y="2565995"/>
            <a:ext cx="5177303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Bob AI translates model outputs into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actionable operator briefs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explaining what happened, why it matters, and what to do next.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850" y="4820394"/>
            <a:ext cx="271158" cy="2711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5545" y="4814888"/>
            <a:ext cx="2874494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Contextual Explanations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85545" y="5179020"/>
            <a:ext cx="2874494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Briefs reference specific anomalies and forecast deviations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2586" y="4820394"/>
            <a:ext cx="271158" cy="2711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52281" y="4814888"/>
            <a:ext cx="2874494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Prioritized Actions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952281" y="5179020"/>
            <a:ext cx="2874494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Recommendations ranked by urgency and impact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9322" y="4820394"/>
            <a:ext cx="271158" cy="27116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19016" y="4814888"/>
            <a:ext cx="2874593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Resilient Integration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619016" y="5179020"/>
            <a:ext cx="2874593" cy="1127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Fallback handling, diagnostics, and Cloudflare/API restriction management in 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bob_integration.py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8948"/>
            <a:ext cx="10795524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94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Results &amp; Impact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496814"/>
            <a:ext cx="420776" cy="42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6360" y="1496814"/>
            <a:ext cx="5154484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Forecast MAE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296360" y="1886347"/>
            <a:ext cx="5154484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Evaluated on synthetic demand data to measure prediction accuracy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418457"/>
            <a:ext cx="420776" cy="4207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96360" y="2418457"/>
            <a:ext cx="5154484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Inference Latency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296360" y="2807990"/>
            <a:ext cx="5154484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End-to-end pipeline speed tested for real-time operator use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340100"/>
            <a:ext cx="420776" cy="4207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96360" y="3340100"/>
            <a:ext cx="5154484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Anomaly Precision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296360" y="3729633"/>
            <a:ext cx="5154484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IsolationForest evaluated for outlier detection quality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261743"/>
            <a:ext cx="420776" cy="4207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96360" y="4261743"/>
            <a:ext cx="5154484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Faster Triage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296360" y="4651276"/>
            <a:ext cx="5154484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Bob AI briefs reduce manual analysis time for operators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5183386"/>
            <a:ext cx="420776" cy="42078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96360" y="5183386"/>
            <a:ext cx="5154484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Reduced Curtailment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1296360" y="5572919"/>
            <a:ext cx="5154484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Forecasting enables proactive dispatch, lowering renewable curtailment potential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867750" y="1496814"/>
            <a:ext cx="4632110" cy="1084163"/>
          </a:xfrm>
          <a:prstGeom prst="roundRect">
            <a:avLst>
              <a:gd name="adj" fmla="val 6520"/>
            </a:avLst>
          </a:prstGeom>
          <a:solidFill>
            <a:srgbClr val="7E023C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6021" y="1698724"/>
            <a:ext cx="210338" cy="1682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14630" y="1666677"/>
            <a:ext cx="3916959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Note:</a:t>
            </a:r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Results are based on synthetic data. Real-world validation and safety constraints remain future work.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84895"/>
            <a:ext cx="6223638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88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Team VRAM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269971" y="1242417"/>
            <a:ext cx="6223638" cy="868759"/>
          </a:xfrm>
          <a:prstGeom prst="roundRect">
            <a:avLst>
              <a:gd name="adj" fmla="val 7685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35266" y="1407716"/>
            <a:ext cx="589304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Member 1  - Aastha Patel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35266" y="1717477"/>
            <a:ext cx="5893049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Frontend &amp; UI/UX 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269971" y="2237780"/>
            <a:ext cx="6223638" cy="868759"/>
          </a:xfrm>
          <a:prstGeom prst="roundRect">
            <a:avLst>
              <a:gd name="adj" fmla="val 7685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35266" y="2403078"/>
            <a:ext cx="589304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Member 2 - Meet K Patel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35266" y="2712839"/>
            <a:ext cx="5893049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AI/ML &amp; Forecasting 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69971" y="3233142"/>
            <a:ext cx="6223638" cy="868759"/>
          </a:xfrm>
          <a:prstGeom prst="roundRect">
            <a:avLst>
              <a:gd name="adj" fmla="val 7685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35266" y="3398441"/>
            <a:ext cx="589304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Member 3 - Ruchit Jivani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35266" y="3708202"/>
            <a:ext cx="5893049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Anomaly Detection &amp; Optimisation 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69971" y="4228505"/>
            <a:ext cx="6223638" cy="868759"/>
          </a:xfrm>
          <a:prstGeom prst="roundRect">
            <a:avLst>
              <a:gd name="adj" fmla="val 7685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35266" y="4393803"/>
            <a:ext cx="589304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Member 4 - Vaibhavi Bhatt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435266" y="4703564"/>
            <a:ext cx="5893049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Bob AI &amp; Backend 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269971" y="5239742"/>
            <a:ext cx="683322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Forecast → Detect → Optimise → Explain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269971" y="5650309"/>
            <a:ext cx="6223638" cy="1905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269971" y="5899051"/>
            <a:ext cx="6223638" cy="374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71" kern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Thank You — Q&amp;A</a:t>
            </a:r>
            <a:endParaRPr lang="en-US" sz="2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2026-09-15T17:22:12Z</dcterms:created>
  <dcterms:modified xsi:type="dcterms:W3CDTF">2026-09-15T17:22:12Z</dcterms:modified>
</cp:coreProperties>
</file>